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8" autoAdjust="0"/>
    <p:restoredTop sz="94660"/>
  </p:normalViewPr>
  <p:slideViewPr>
    <p:cSldViewPr snapToGrid="0">
      <p:cViewPr varScale="1">
        <p:scale>
          <a:sx n="70" d="100"/>
          <a:sy n="70" d="100"/>
        </p:scale>
        <p:origin x="68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7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3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1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9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1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E6DA-86C2-4D29-957B-BF902C7620E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D8BCB-4A4B-4E3A-A9DE-566F21D99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4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562E6DA-86C2-4D29-957B-BF902C7620ED}" type="datetimeFigureOut">
              <a:rPr lang="en-US" smtClean="0"/>
              <a:pPr/>
              <a:t>2/24/2026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1D8BCB-4A4B-4E3A-A9DE-566F21D99081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92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D64E-B067-BD9E-583B-DA11B2DA72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 to Git and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6F32A-A5B1-F0D5-0CEF-FF8644926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Hands-on Workshop</a:t>
            </a:r>
          </a:p>
        </p:txBody>
      </p:sp>
    </p:spTree>
    <p:extLst>
      <p:ext uri="{BB962C8B-B14F-4D97-AF65-F5344CB8AC3E}">
        <p14:creationId xmlns:p14="http://schemas.microsoft.com/office/powerpoint/2010/main" val="337428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791E0-9EA8-6C7D-E226-811B75CE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B85FF-422E-39B5-6830-4B7C92476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Git and GitHub?</a:t>
            </a:r>
          </a:p>
          <a:p>
            <a:r>
              <a:rPr lang="en-US" dirty="0"/>
              <a:t>Part 1: Basic Flow</a:t>
            </a:r>
          </a:p>
          <a:p>
            <a:pPr lvl="1"/>
            <a:r>
              <a:rPr lang="en-US" dirty="0"/>
              <a:t>Using Git and GitHub for a solo project</a:t>
            </a:r>
          </a:p>
          <a:p>
            <a:pPr lvl="1"/>
            <a:r>
              <a:rPr lang="en-US" dirty="0"/>
              <a:t>Hands-on exercise</a:t>
            </a:r>
          </a:p>
          <a:p>
            <a:r>
              <a:rPr lang="en-US" dirty="0"/>
              <a:t>Part 2: Pull Requests</a:t>
            </a:r>
          </a:p>
          <a:p>
            <a:pPr lvl="1"/>
            <a:r>
              <a:rPr lang="en-US" dirty="0"/>
              <a:t>Using Git and GitHub with multiple people</a:t>
            </a:r>
          </a:p>
          <a:p>
            <a:pPr lvl="1"/>
            <a:r>
              <a:rPr lang="en-US" dirty="0"/>
              <a:t>Hands-on exercise</a:t>
            </a:r>
          </a:p>
        </p:txBody>
      </p:sp>
    </p:spTree>
    <p:extLst>
      <p:ext uri="{BB962C8B-B14F-4D97-AF65-F5344CB8AC3E}">
        <p14:creationId xmlns:p14="http://schemas.microsoft.com/office/powerpoint/2010/main" val="66034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F5C5-D48A-6060-25DC-1A148DCC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ACC0-A068-4184-A3FD-9D662680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010F-BAED-F01F-F8D6-7DF7C2643A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is Git?</a:t>
            </a:r>
          </a:p>
          <a:p>
            <a:r>
              <a:rPr lang="en-US" dirty="0"/>
              <a:t>Version control system</a:t>
            </a:r>
          </a:p>
          <a:p>
            <a:r>
              <a:rPr lang="en-US" dirty="0"/>
              <a:t>Track changes over time</a:t>
            </a:r>
          </a:p>
          <a:p>
            <a:r>
              <a:rPr lang="en-US" dirty="0"/>
              <a:t>Create multiple branches to “experiment”</a:t>
            </a:r>
          </a:p>
          <a:p>
            <a:r>
              <a:rPr lang="en-US" dirty="0"/>
              <a:t>Easily roll back to previous versions</a:t>
            </a:r>
          </a:p>
          <a:p>
            <a:r>
              <a:rPr lang="en-US" dirty="0"/>
              <a:t>Merge changes from other people</a:t>
            </a:r>
          </a:p>
          <a:p>
            <a:r>
              <a:rPr lang="en-US" dirty="0"/>
              <a:t>Made by the person who created Linux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33B4B-F36D-91DC-EC2A-0B393B6020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is GitHub?</a:t>
            </a:r>
          </a:p>
          <a:p>
            <a:r>
              <a:rPr lang="en-US" dirty="0"/>
              <a:t>Online platform that hosts Git repositories</a:t>
            </a:r>
          </a:p>
          <a:p>
            <a:r>
              <a:rPr lang="en-US" dirty="0"/>
              <a:t>Share and collaborate on projects</a:t>
            </a:r>
          </a:p>
          <a:p>
            <a:r>
              <a:rPr lang="en-US" dirty="0"/>
              <a:t>Popular for hosting open source projects</a:t>
            </a:r>
          </a:p>
          <a:p>
            <a:r>
              <a:rPr lang="en-US" dirty="0"/>
              <a:t>Automation features (advanced stuff we won’t get into)</a:t>
            </a:r>
          </a:p>
        </p:txBody>
      </p:sp>
    </p:spTree>
    <p:extLst>
      <p:ext uri="{BB962C8B-B14F-4D97-AF65-F5344CB8AC3E}">
        <p14:creationId xmlns:p14="http://schemas.microsoft.com/office/powerpoint/2010/main" val="288171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5F25DB-773D-8CF3-62DF-C44157F6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A9AE0F-1D14-93B9-441C-D0A527287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Basic Flow</a:t>
            </a:r>
          </a:p>
        </p:txBody>
      </p:sp>
    </p:spTree>
    <p:extLst>
      <p:ext uri="{BB962C8B-B14F-4D97-AF65-F5344CB8AC3E}">
        <p14:creationId xmlns:p14="http://schemas.microsoft.com/office/powerpoint/2010/main" val="1168873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9D91-55B1-B21E-0742-E5CFC26E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8843-4395-643C-29D0-61D90EDC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166672-8F68-7634-EA60-224E1785F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86" y="1207634"/>
            <a:ext cx="2935514" cy="29355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EEDD46-6075-1780-696E-3BB6B35945D6}"/>
              </a:ext>
            </a:extLst>
          </p:cNvPr>
          <p:cNvSpPr txBox="1"/>
          <p:nvPr/>
        </p:nvSpPr>
        <p:spPr>
          <a:xfrm>
            <a:off x="1760688" y="3988410"/>
            <a:ext cx="23903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my-repo/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.git/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│   └── ...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README.md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└── source/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└── hello.py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35B398-68CC-FA82-DD66-F6AE532D5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65" y="3790836"/>
            <a:ext cx="704623" cy="70462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C372DCD-F05A-8F0E-9B7D-095A96163E54}"/>
              </a:ext>
            </a:extLst>
          </p:cNvPr>
          <p:cNvSpPr txBox="1"/>
          <p:nvPr/>
        </p:nvSpPr>
        <p:spPr>
          <a:xfrm>
            <a:off x="5631546" y="1567763"/>
            <a:ext cx="5196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repository (“repo”) is a folder on your computer that is under version control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66EEF7-FF34-C5C4-B8D5-9F15D970D393}"/>
              </a:ext>
            </a:extLst>
          </p:cNvPr>
          <p:cNvSpPr txBox="1"/>
          <p:nvPr/>
        </p:nvSpPr>
        <p:spPr>
          <a:xfrm>
            <a:off x="5631546" y="3195708"/>
            <a:ext cx="51961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Git adds a special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.git/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folder that stores information about the repo and tracks changes.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Don’t mess with the contents of this folder!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4742AD-D680-516D-B53C-7E9E605CB863}"/>
              </a:ext>
            </a:extLst>
          </p:cNvPr>
          <p:cNvSpPr txBox="1"/>
          <p:nvPr/>
        </p:nvSpPr>
        <p:spPr>
          <a:xfrm>
            <a:off x="5631546" y="5140014"/>
            <a:ext cx="5196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Add, modify, delete anything else in this directory (code files, CAD files, README, etc.)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64F331-6A3D-3581-67FA-7C113FB43B2E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3063240" y="2167928"/>
            <a:ext cx="2568306" cy="1828000"/>
          </a:xfrm>
          <a:prstGeom prst="straightConnector1">
            <a:avLst/>
          </a:prstGeom>
          <a:ln w="50800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8F711E-90F9-791D-5E08-AEB749D02F65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163824" y="3980538"/>
            <a:ext cx="2467722" cy="454302"/>
          </a:xfrm>
          <a:prstGeom prst="straightConnector1">
            <a:avLst/>
          </a:prstGeom>
          <a:ln w="50800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3BF498-7EA4-DB4B-E4A9-410BD0E83CCB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251670" y="5219670"/>
            <a:ext cx="1379876" cy="520509"/>
          </a:xfrm>
          <a:prstGeom prst="straightConnector1">
            <a:avLst/>
          </a:prstGeom>
          <a:ln w="50800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3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0B50F-EB8A-A6E1-39F4-49AE2C26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C547-9C12-6B76-3852-260CD8AB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5AFDB2-06CA-0FD9-BFF7-7E44C6032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86" y="1207634"/>
            <a:ext cx="2935514" cy="29355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37E5B3D-EFBD-F3E8-0D2E-930B0CBE2454}"/>
              </a:ext>
            </a:extLst>
          </p:cNvPr>
          <p:cNvSpPr txBox="1"/>
          <p:nvPr/>
        </p:nvSpPr>
        <p:spPr>
          <a:xfrm>
            <a:off x="1760688" y="3988410"/>
            <a:ext cx="23903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my-repo/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.git/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│   └── ...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README.md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└── source/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└── hello.py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AF4B180-D68B-814D-62DD-3501ABF49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65" y="3790836"/>
            <a:ext cx="704623" cy="70462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48F16B-204E-12B9-38B0-B4029F931A0C}"/>
              </a:ext>
            </a:extLst>
          </p:cNvPr>
          <p:cNvSpPr txBox="1"/>
          <p:nvPr/>
        </p:nvSpPr>
        <p:spPr>
          <a:xfrm>
            <a:off x="5631546" y="1567763"/>
            <a:ext cx="5196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repository (“repo”) is a folder on your computer that is under version control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D7698C-D0BD-E0CB-5FF9-2C4C41D1F7BD}"/>
              </a:ext>
            </a:extLst>
          </p:cNvPr>
          <p:cNvSpPr txBox="1"/>
          <p:nvPr/>
        </p:nvSpPr>
        <p:spPr>
          <a:xfrm>
            <a:off x="5631546" y="3195708"/>
            <a:ext cx="51961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Git adds a special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.git/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folder that stores information about the repo and tracks changes.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Don’t mess with the contents of this folder!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6B8C1A-B4B3-F8D9-9807-FCBEB2333198}"/>
              </a:ext>
            </a:extLst>
          </p:cNvPr>
          <p:cNvSpPr txBox="1"/>
          <p:nvPr/>
        </p:nvSpPr>
        <p:spPr>
          <a:xfrm>
            <a:off x="5631546" y="5140014"/>
            <a:ext cx="5196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Add, modify, delete anything else in this directory (code files, CAD files, README, etc.)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D0B7752-6FB9-38A0-E80B-E8BDADEEE1D0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3063240" y="2167928"/>
            <a:ext cx="2568306" cy="1828000"/>
          </a:xfrm>
          <a:prstGeom prst="straightConnector1">
            <a:avLst/>
          </a:prstGeom>
          <a:ln w="50800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0B3F2D-C20A-5B60-E67E-350D48D547FA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163824" y="3980538"/>
            <a:ext cx="2467722" cy="454302"/>
          </a:xfrm>
          <a:prstGeom prst="straightConnector1">
            <a:avLst/>
          </a:prstGeom>
          <a:ln w="50800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6AD176-0E81-EAE0-9025-8FB72FF2460F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251670" y="5219670"/>
            <a:ext cx="1379876" cy="520509"/>
          </a:xfrm>
          <a:prstGeom prst="straightConnector1">
            <a:avLst/>
          </a:prstGeom>
          <a:ln w="50800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25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hawn Palette #1">
      <a:dk1>
        <a:srgbClr val="000000"/>
      </a:dk1>
      <a:lt1>
        <a:srgbClr val="FFFFFF"/>
      </a:lt1>
      <a:dk2>
        <a:srgbClr val="E83F21"/>
      </a:dk2>
      <a:lt2>
        <a:srgbClr val="F9A64E"/>
      </a:lt2>
      <a:accent1>
        <a:srgbClr val="6EC1C4"/>
      </a:accent1>
      <a:accent2>
        <a:srgbClr val="497C92"/>
      </a:accent2>
      <a:accent3>
        <a:srgbClr val="1F3A61"/>
      </a:accent3>
      <a:accent4>
        <a:srgbClr val="C17A2F"/>
      </a:accent4>
      <a:accent5>
        <a:srgbClr val="B32C14"/>
      </a:accent5>
      <a:accent6>
        <a:srgbClr val="585B56"/>
      </a:accent6>
      <a:hlink>
        <a:srgbClr val="AEDEE0"/>
      </a:hlink>
      <a:folHlink>
        <a:srgbClr val="F49B8B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294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Intro to Git and GitHub</vt:lpstr>
      <vt:lpstr>Agenda</vt:lpstr>
      <vt:lpstr>What is it?</vt:lpstr>
      <vt:lpstr>Part 1</vt:lpstr>
      <vt:lpstr>Workflow</vt:lpstr>
      <vt:lpstr>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Hymel</dc:creator>
  <cp:lastModifiedBy>Shawn Hymel</cp:lastModifiedBy>
  <cp:revision>7</cp:revision>
  <dcterms:created xsi:type="dcterms:W3CDTF">2026-02-24T15:04:00Z</dcterms:created>
  <dcterms:modified xsi:type="dcterms:W3CDTF">2026-02-24T15:25:04Z</dcterms:modified>
</cp:coreProperties>
</file>