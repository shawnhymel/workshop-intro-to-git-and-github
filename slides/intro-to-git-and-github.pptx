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8" autoAdjust="0"/>
    <p:restoredTop sz="94660"/>
  </p:normalViewPr>
  <p:slideViewPr>
    <p:cSldViewPr snapToGrid="0">
      <p:cViewPr varScale="1">
        <p:scale>
          <a:sx n="74" d="100"/>
          <a:sy n="74" d="100"/>
        </p:scale>
        <p:origin x="68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075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32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075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15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90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4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9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817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5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562E6DA-86C2-4D29-957B-BF902C7620ED}" type="datetimeFigureOut">
              <a:rPr lang="en-US" smtClean="0"/>
              <a:pPr/>
              <a:t>2/24/2026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71D8BCB-4A4B-4E3A-A9DE-566F21D99081}" type="slidenum">
              <a:rPr lang="en-US" smtClean="0"/>
              <a:pPr/>
              <a:t>‹#›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9927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AD64E-B067-BD9E-583B-DA11B2DA72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Intro to Git and GitHub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6F32A-A5B1-F0D5-0CEF-FF86449260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Hands-on Workshop</a:t>
            </a:r>
          </a:p>
        </p:txBody>
      </p:sp>
    </p:spTree>
    <p:extLst>
      <p:ext uri="{BB962C8B-B14F-4D97-AF65-F5344CB8AC3E}">
        <p14:creationId xmlns:p14="http://schemas.microsoft.com/office/powerpoint/2010/main" val="337428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791E0-9EA8-6C7D-E226-811B75CE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B85FF-422E-39B5-6830-4B7C92476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Git and GitHub?</a:t>
            </a:r>
          </a:p>
          <a:p>
            <a:r>
              <a:rPr lang="en-US" dirty="0"/>
              <a:t>Part 1: Basic Flow</a:t>
            </a:r>
          </a:p>
          <a:p>
            <a:pPr lvl="1"/>
            <a:r>
              <a:rPr lang="en-US" dirty="0"/>
              <a:t>Using Git and GitHub for a solo project</a:t>
            </a:r>
          </a:p>
          <a:p>
            <a:pPr lvl="1"/>
            <a:r>
              <a:rPr lang="en-US" dirty="0"/>
              <a:t>Hands-on exercise</a:t>
            </a:r>
          </a:p>
          <a:p>
            <a:r>
              <a:rPr lang="en-US" dirty="0"/>
              <a:t>Part 2: Pull Requests</a:t>
            </a:r>
          </a:p>
          <a:p>
            <a:pPr lvl="1"/>
            <a:r>
              <a:rPr lang="en-US" dirty="0"/>
              <a:t>Using Git and GitHub with multiple people</a:t>
            </a:r>
          </a:p>
          <a:p>
            <a:pPr lvl="1"/>
            <a:r>
              <a:rPr lang="en-US" dirty="0"/>
              <a:t>Hands-on exercise</a:t>
            </a:r>
          </a:p>
        </p:txBody>
      </p:sp>
    </p:spTree>
    <p:extLst>
      <p:ext uri="{BB962C8B-B14F-4D97-AF65-F5344CB8AC3E}">
        <p14:creationId xmlns:p14="http://schemas.microsoft.com/office/powerpoint/2010/main" val="660348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F5C5-D48A-6060-25DC-1A148DCC1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EACC0-A068-4184-A3FD-9D6626800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8010F-BAED-F01F-F8D6-7DF7C2643A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Git?</a:t>
            </a:r>
          </a:p>
          <a:p>
            <a:r>
              <a:rPr lang="en-US" dirty="0"/>
              <a:t>Version control system</a:t>
            </a:r>
          </a:p>
          <a:p>
            <a:r>
              <a:rPr lang="en-US" dirty="0"/>
              <a:t>Track changes over time</a:t>
            </a:r>
          </a:p>
          <a:p>
            <a:r>
              <a:rPr lang="en-US" dirty="0"/>
              <a:t>Create multiple branches to “experiment”</a:t>
            </a:r>
          </a:p>
          <a:p>
            <a:r>
              <a:rPr lang="en-US" dirty="0"/>
              <a:t>Easily roll back to previous versions</a:t>
            </a:r>
          </a:p>
          <a:p>
            <a:r>
              <a:rPr lang="en-US" dirty="0"/>
              <a:t>Merge changes from other people</a:t>
            </a:r>
          </a:p>
          <a:p>
            <a:r>
              <a:rPr lang="en-US" dirty="0"/>
              <a:t>Made by the person who created Linux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933B4B-F36D-91DC-EC2A-0B393B6020F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GitHub?</a:t>
            </a:r>
          </a:p>
          <a:p>
            <a:r>
              <a:rPr lang="en-US" dirty="0"/>
              <a:t>Online platform that hosts Git repositories</a:t>
            </a:r>
          </a:p>
          <a:p>
            <a:r>
              <a:rPr lang="en-US" dirty="0"/>
              <a:t>Share and collaborate on projects</a:t>
            </a:r>
          </a:p>
          <a:p>
            <a:r>
              <a:rPr lang="en-US" dirty="0"/>
              <a:t>Popular for hosting open source projects</a:t>
            </a:r>
          </a:p>
          <a:p>
            <a:r>
              <a:rPr lang="en-US" dirty="0"/>
              <a:t>Automation features (advanced stuff we won’t get into)</a:t>
            </a:r>
          </a:p>
        </p:txBody>
      </p:sp>
    </p:spTree>
    <p:extLst>
      <p:ext uri="{BB962C8B-B14F-4D97-AF65-F5344CB8AC3E}">
        <p14:creationId xmlns:p14="http://schemas.microsoft.com/office/powerpoint/2010/main" val="2881713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5F25DB-773D-8CF3-62DF-C44157F6A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3A9AE0F-1D14-93B9-441C-D0A527287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Basic Flow</a:t>
            </a:r>
          </a:p>
        </p:txBody>
      </p:sp>
    </p:spTree>
    <p:extLst>
      <p:ext uri="{BB962C8B-B14F-4D97-AF65-F5344CB8AC3E}">
        <p14:creationId xmlns:p14="http://schemas.microsoft.com/office/powerpoint/2010/main" val="11688737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09D91-55B1-B21E-0742-E5CFC26E6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A8843-4395-643C-29D0-61D90EDC0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66672-8F68-7634-EA60-224E1785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886" y="1207634"/>
            <a:ext cx="2935514" cy="29355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EEDD46-6075-1780-696E-3BB6B35945D6}"/>
              </a:ext>
            </a:extLst>
          </p:cNvPr>
          <p:cNvSpPr txBox="1"/>
          <p:nvPr/>
        </p:nvSpPr>
        <p:spPr>
          <a:xfrm>
            <a:off x="1760688" y="3988410"/>
            <a:ext cx="23903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my-repo/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.git/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│   └── ...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README.md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source/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└── hello.py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35B398-68CC-FA82-DD66-F6AE532D5F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065" y="3790836"/>
            <a:ext cx="704623" cy="70462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C372DCD-F05A-8F0E-9B7D-095A96163E54}"/>
              </a:ext>
            </a:extLst>
          </p:cNvPr>
          <p:cNvSpPr txBox="1"/>
          <p:nvPr/>
        </p:nvSpPr>
        <p:spPr>
          <a:xfrm>
            <a:off x="5631546" y="1567763"/>
            <a:ext cx="51961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 repository (“repo”) is a folder on your computer that is under version control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66EEF7-FF34-C5C4-B8D5-9F15D970D393}"/>
              </a:ext>
            </a:extLst>
          </p:cNvPr>
          <p:cNvSpPr txBox="1"/>
          <p:nvPr/>
        </p:nvSpPr>
        <p:spPr>
          <a:xfrm>
            <a:off x="5631546" y="3195708"/>
            <a:ext cx="51961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Git adds a special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.git/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folder that stores information about the repo and tracks changes.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Don’t mess with the contents of this folder!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742AD-D680-516D-B53C-7E9E605CB863}"/>
              </a:ext>
            </a:extLst>
          </p:cNvPr>
          <p:cNvSpPr txBox="1"/>
          <p:nvPr/>
        </p:nvSpPr>
        <p:spPr>
          <a:xfrm>
            <a:off x="5631546" y="5140014"/>
            <a:ext cx="51961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Add, modify, delete anything else in this directory (code files, CAD files, README, etc.)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264F331-6A3D-3581-67FA-7C113FB43B2E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3063240" y="2167928"/>
            <a:ext cx="2568306" cy="1828000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08F711E-90F9-791D-5E08-AEB749D02F65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3163824" y="3980538"/>
            <a:ext cx="2467722" cy="454302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43BF498-7EA4-DB4B-E4A9-410BD0E83CCB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251670" y="5219670"/>
            <a:ext cx="1379876" cy="520509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834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0B50F-EB8A-A6E1-39F4-49AE2C26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8C547-9C12-6B76-3852-260CD8AB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5AFDB2-06CA-0FD9-BFF7-7E44C6032B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886" y="1207634"/>
            <a:ext cx="2935514" cy="29355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37E5B3D-EFBD-F3E8-0D2E-930B0CBE2454}"/>
              </a:ext>
            </a:extLst>
          </p:cNvPr>
          <p:cNvSpPr txBox="1"/>
          <p:nvPr/>
        </p:nvSpPr>
        <p:spPr>
          <a:xfrm>
            <a:off x="1760688" y="3988410"/>
            <a:ext cx="23903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my-repo/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.git/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│   └── ...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README.md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source/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└── hello.py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AF4B180-D68B-814D-62DD-3501ABF49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065" y="3790836"/>
            <a:ext cx="704623" cy="70462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648F16B-204E-12B9-38B0-B4029F931A0C}"/>
              </a:ext>
            </a:extLst>
          </p:cNvPr>
          <p:cNvSpPr txBox="1"/>
          <p:nvPr/>
        </p:nvSpPr>
        <p:spPr>
          <a:xfrm>
            <a:off x="5631546" y="376637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When you’re ready, create a snapshot of the current project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4242C6-1D10-85B8-DE63-A1B3C1365FDE}"/>
              </a:ext>
            </a:extLst>
          </p:cNvPr>
          <p:cNvSpPr txBox="1"/>
          <p:nvPr/>
        </p:nvSpPr>
        <p:spPr>
          <a:xfrm>
            <a:off x="6096000" y="3073500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All files: 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add --all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7E4D5-628E-4153-D48F-A751695F152C}"/>
              </a:ext>
            </a:extLst>
          </p:cNvPr>
          <p:cNvSpPr txBox="1"/>
          <p:nvPr/>
        </p:nvSpPr>
        <p:spPr>
          <a:xfrm>
            <a:off x="6096000" y="2237874"/>
            <a:ext cx="5926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Single file: 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add source/hello.py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ACE33-CDF9-628D-74C6-9B0758581A72}"/>
              </a:ext>
            </a:extLst>
          </p:cNvPr>
          <p:cNvSpPr txBox="1"/>
          <p:nvPr/>
        </p:nvSpPr>
        <p:spPr>
          <a:xfrm>
            <a:off x="5631546" y="1295037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Step 1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select which files you want to  include in the snapshot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EEC2A7-5658-5D87-2C09-11D2349D3078}"/>
              </a:ext>
            </a:extLst>
          </p:cNvPr>
          <p:cNvSpPr txBox="1"/>
          <p:nvPr/>
        </p:nvSpPr>
        <p:spPr>
          <a:xfrm>
            <a:off x="5631546" y="4028938"/>
            <a:ext cx="5196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Step 2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save the snapshot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CFECB-4285-F133-A1E2-211209A049A9}"/>
              </a:ext>
            </a:extLst>
          </p:cNvPr>
          <p:cNvSpPr txBox="1"/>
          <p:nvPr/>
        </p:nvSpPr>
        <p:spPr>
          <a:xfrm>
            <a:off x="6096000" y="4490603"/>
            <a:ext cx="5524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–m "I changed... 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1D818-AA8D-D7FE-1D8E-151E6D8F5436}"/>
              </a:ext>
            </a:extLst>
          </p:cNvPr>
          <p:cNvSpPr txBox="1"/>
          <p:nvPr/>
        </p:nvSpPr>
        <p:spPr>
          <a:xfrm>
            <a:off x="6096000" y="4976404"/>
            <a:ext cx="51961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Your snapshot is saved locally and can be referred to by the commit hash. View with history with: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log</a:t>
            </a:r>
          </a:p>
        </p:txBody>
      </p:sp>
    </p:spTree>
    <p:extLst>
      <p:ext uri="{BB962C8B-B14F-4D97-AF65-F5344CB8AC3E}">
        <p14:creationId xmlns:p14="http://schemas.microsoft.com/office/powerpoint/2010/main" val="2137251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" grpId="0"/>
      <p:bldP spid="4" grpId="0"/>
      <p:bldP spid="5" grpId="0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259C2-A5D5-CECA-7A51-45C87670C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88469-9DCD-31D1-4236-98FF878C8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F250EC-4B73-4B3D-24E9-C3709F884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886" y="1207634"/>
            <a:ext cx="2935514" cy="29355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1E83B10-1B39-851A-DE39-7F8A4EF4C579}"/>
              </a:ext>
            </a:extLst>
          </p:cNvPr>
          <p:cNvSpPr txBox="1"/>
          <p:nvPr/>
        </p:nvSpPr>
        <p:spPr>
          <a:xfrm>
            <a:off x="1760688" y="3988410"/>
            <a:ext cx="23903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my-repo/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.git/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│   └── ...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README.md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source/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└── hello.py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ED3ED06-5743-3A35-3E9E-80B0C5DF5B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065" y="3790836"/>
            <a:ext cx="704623" cy="7046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5FA331-4F6F-14EA-926A-938777C5A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3268" y="1684553"/>
            <a:ext cx="2106283" cy="210628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CDEEA4-1F80-0E08-2DD3-4FF9C6E2DD1D}"/>
              </a:ext>
            </a:extLst>
          </p:cNvPr>
          <p:cNvCxnSpPr>
            <a:cxnSpLocks/>
          </p:cNvCxnSpPr>
          <p:nvPr/>
        </p:nvCxnSpPr>
        <p:spPr>
          <a:xfrm>
            <a:off x="3683479" y="2639683"/>
            <a:ext cx="1630393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7CCD155-54B7-6DC3-A4C4-E471AEBD49E9}"/>
              </a:ext>
            </a:extLst>
          </p:cNvPr>
          <p:cNvSpPr txBox="1"/>
          <p:nvPr/>
        </p:nvSpPr>
        <p:spPr>
          <a:xfrm>
            <a:off x="5631546" y="4495459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Push your changes to GitHub: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DB8531-3EAD-9350-DA80-A0B8FA694529}"/>
              </a:ext>
            </a:extLst>
          </p:cNvPr>
          <p:cNvSpPr txBox="1"/>
          <p:nvPr/>
        </p:nvSpPr>
        <p:spPr>
          <a:xfrm>
            <a:off x="5626031" y="1350502"/>
            <a:ext cx="1740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49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B5474-AB50-4D0E-7C42-CE3A12F56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DEFDB-C075-F815-57FC-395BEB29B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Exercises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FE6CD-8E5D-2480-D454-DCDADC7D0A1F}"/>
              </a:ext>
            </a:extLst>
          </p:cNvPr>
          <p:cNvSpPr txBox="1"/>
          <p:nvPr/>
        </p:nvSpPr>
        <p:spPr>
          <a:xfrm>
            <a:off x="424132" y="2890391"/>
            <a:ext cx="1134373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Follow the README instructions here: </a:t>
            </a: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github.com/ShawnHymel/workshop-intro-to-git-and-github</a:t>
            </a:r>
          </a:p>
        </p:txBody>
      </p:sp>
    </p:spTree>
    <p:extLst>
      <p:ext uri="{BB962C8B-B14F-4D97-AF65-F5344CB8AC3E}">
        <p14:creationId xmlns:p14="http://schemas.microsoft.com/office/powerpoint/2010/main" val="1426332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hawn Palette #1">
      <a:dk1>
        <a:srgbClr val="000000"/>
      </a:dk1>
      <a:lt1>
        <a:srgbClr val="FFFFFF"/>
      </a:lt1>
      <a:dk2>
        <a:srgbClr val="E83F21"/>
      </a:dk2>
      <a:lt2>
        <a:srgbClr val="F9A64E"/>
      </a:lt2>
      <a:accent1>
        <a:srgbClr val="6EC1C4"/>
      </a:accent1>
      <a:accent2>
        <a:srgbClr val="497C92"/>
      </a:accent2>
      <a:accent3>
        <a:srgbClr val="1F3A61"/>
      </a:accent3>
      <a:accent4>
        <a:srgbClr val="C17A2F"/>
      </a:accent4>
      <a:accent5>
        <a:srgbClr val="B32C14"/>
      </a:accent5>
      <a:accent6>
        <a:srgbClr val="585B56"/>
      </a:accent6>
      <a:hlink>
        <a:srgbClr val="AEDEE0"/>
      </a:hlink>
      <a:folHlink>
        <a:srgbClr val="F49B8B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320</TotalTime>
  <Words>357</Words>
  <Application>Microsoft Office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Courier New</vt:lpstr>
      <vt:lpstr>Office Theme</vt:lpstr>
      <vt:lpstr>Intro to Git and GitHub</vt:lpstr>
      <vt:lpstr>Agenda</vt:lpstr>
      <vt:lpstr>What is it?</vt:lpstr>
      <vt:lpstr>Part 1</vt:lpstr>
      <vt:lpstr>Workflow</vt:lpstr>
      <vt:lpstr>Workflow</vt:lpstr>
      <vt:lpstr>Workflow</vt:lpstr>
      <vt:lpstr>Hands-on Exercises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Shawn Hymel</dc:creator>
  <cp:lastModifiedBy>Shawn Hymel</cp:lastModifiedBy>
  <cp:revision>15</cp:revision>
  <dcterms:created xsi:type="dcterms:W3CDTF">2026-02-24T15:04:00Z</dcterms:created>
  <dcterms:modified xsi:type="dcterms:W3CDTF">2026-02-24T20:24:32Z</dcterms:modified>
</cp:coreProperties>
</file>